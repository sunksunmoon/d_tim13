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6" r:id="rId3"/>
    <p:sldId id="260" r:id="rId4"/>
    <p:sldId id="261" r:id="rId5"/>
    <p:sldId id="262" r:id="rId6"/>
    <p:sldId id="263" r:id="rId7"/>
    <p:sldId id="264" r:id="rId8"/>
    <p:sldId id="265" r:id="rId9"/>
    <p:sldId id="26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75F1A-C37C-B771-1985-7E302807E1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32315" y="1688133"/>
            <a:ext cx="7979229" cy="1740867"/>
          </a:xfrm>
        </p:spPr>
        <p:txBody>
          <a:bodyPr>
            <a:normAutofit/>
          </a:bodyPr>
          <a:lstStyle/>
          <a:p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</a:rPr>
              <a:t>SISTEM  MINIMARKET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52A3A6-6314-C0AB-F987-F5B8F80B6B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27738" y="3840673"/>
            <a:ext cx="4687661" cy="1039472"/>
          </a:xfrm>
        </p:spPr>
        <p:txBody>
          <a:bodyPr/>
          <a:lstStyle/>
          <a:p>
            <a:r>
              <a:rPr lang="en-US" dirty="0">
                <a:highlight>
                  <a:srgbClr val="000080"/>
                </a:highlight>
              </a:rPr>
              <a:t>RESTY AMANDHA		2400018185</a:t>
            </a:r>
          </a:p>
          <a:p>
            <a:r>
              <a:rPr lang="en-US" dirty="0">
                <a:highlight>
                  <a:srgbClr val="000080"/>
                </a:highlight>
              </a:rPr>
              <a:t>LINDA AMELIA SARI 	2400018187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94EBAD9-DEC0-FB63-A14F-C7E546047F45}"/>
              </a:ext>
            </a:extLst>
          </p:cNvPr>
          <p:cNvSpPr txBox="1">
            <a:spLocks/>
          </p:cNvSpPr>
          <p:nvPr/>
        </p:nvSpPr>
        <p:spPr>
          <a:xfrm>
            <a:off x="5229223" y="1514763"/>
            <a:ext cx="3152777" cy="89739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KELOMPOK 13</a:t>
            </a:r>
          </a:p>
        </p:txBody>
      </p:sp>
    </p:spTree>
    <p:extLst>
      <p:ext uri="{BB962C8B-B14F-4D97-AF65-F5344CB8AC3E}">
        <p14:creationId xmlns:p14="http://schemas.microsoft.com/office/powerpoint/2010/main" val="1140365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36FBE-C295-3059-C3AC-DDE1EAAA4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4140" y="520754"/>
            <a:ext cx="4723720" cy="598715"/>
          </a:xfrm>
        </p:spPr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TAMPILAN MENU UTAMA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854114-7CF4-6FAF-7AC7-A562ADEEC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78869" y="3144206"/>
            <a:ext cx="10179732" cy="497005"/>
          </a:xfrm>
        </p:spPr>
        <p:txBody>
          <a:bodyPr/>
          <a:lstStyle/>
          <a:p>
            <a:r>
              <a:rPr lang="sv-SE" dirty="0"/>
              <a:t>Program ini memisahkan hak akses menjadi tiga entitas utama (Admin, Kasir, Gudang) untuk menjaga integritas data.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B20E9C-1443-E86E-385C-A34EF72E4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3386" y="1265522"/>
            <a:ext cx="4445228" cy="1621334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02AA11B3-4680-B982-BE59-964B73FE54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9730" y="5431757"/>
            <a:ext cx="3289075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1" dirty="0"/>
              <a:t>Menu 1 (Admin):</a:t>
            </a:r>
            <a:r>
              <a:rPr lang="en-US" dirty="0"/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Akses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konfigurasi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sistem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dan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manajemen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database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barang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pusat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lang="en-US" altLang="en-US" sz="1400" b="1" dirty="0">
                <a:latin typeface="Arial" panose="020B0604020202020204" pitchFamily="34" charset="0"/>
              </a:rPr>
              <a:t>Password Admin = 1111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6106EB62-45B8-5A8A-9A5E-0FF72458EB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53464" y="5554869"/>
            <a:ext cx="2516189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/>
              <a:t>Menu 3 (Gudang) :</a:t>
            </a:r>
            <a:r>
              <a:rPr lang="en-US" sz="1600" dirty="0"/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 err="1"/>
              <a:t>Khusus</a:t>
            </a:r>
            <a:r>
              <a:rPr lang="en-US" sz="1400" dirty="0"/>
              <a:t>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pengelolaan</a:t>
            </a:r>
            <a:r>
              <a:rPr lang="en-US" sz="1400" dirty="0"/>
              <a:t> </a:t>
            </a:r>
            <a:r>
              <a:rPr lang="en-US" sz="1400" dirty="0" err="1"/>
              <a:t>stok</a:t>
            </a:r>
            <a:r>
              <a:rPr lang="en-US" sz="1400" dirty="0"/>
              <a:t> </a:t>
            </a:r>
            <a:r>
              <a:rPr lang="en-US" sz="1400" dirty="0" err="1"/>
              <a:t>fisik</a:t>
            </a:r>
            <a:r>
              <a:rPr lang="en-US" sz="1400" dirty="0"/>
              <a:t> dan data supplier.</a:t>
            </a:r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880BCB08-0031-F662-5F27-AD93C3BD56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3603" y="4173586"/>
            <a:ext cx="2754711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/>
              <a:t>Menu 2 (Kasir) 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/>
              <a:t> </a:t>
            </a:r>
            <a:r>
              <a:rPr lang="en-US" sz="1400" dirty="0" err="1"/>
              <a:t>Fokus</a:t>
            </a:r>
            <a:r>
              <a:rPr lang="en-US" sz="1400" dirty="0"/>
              <a:t> pada </a:t>
            </a:r>
            <a:r>
              <a:rPr lang="en-US" sz="1400" dirty="0" err="1"/>
              <a:t>pelayanan</a:t>
            </a:r>
            <a:r>
              <a:rPr lang="en-US" sz="1400" dirty="0"/>
              <a:t> </a:t>
            </a:r>
            <a:r>
              <a:rPr lang="en-US" sz="1400" dirty="0" err="1"/>
              <a:t>pelanggan</a:t>
            </a:r>
            <a:r>
              <a:rPr lang="en-US" sz="1400" dirty="0"/>
              <a:t>, </a:t>
            </a:r>
            <a:r>
              <a:rPr lang="en-US" sz="1400" dirty="0" err="1"/>
              <a:t>antrian</a:t>
            </a:r>
            <a:r>
              <a:rPr lang="en-US" sz="1400" dirty="0"/>
              <a:t>, dan </a:t>
            </a:r>
            <a:r>
              <a:rPr lang="en-US" sz="1400" dirty="0" err="1"/>
              <a:t>transaksi</a:t>
            </a:r>
            <a:r>
              <a:rPr lang="en-US" sz="1400" dirty="0"/>
              <a:t> </a:t>
            </a:r>
            <a:r>
              <a:rPr lang="en-US" sz="1400" dirty="0" err="1"/>
              <a:t>penjualan</a:t>
            </a:r>
            <a:r>
              <a:rPr lang="en-US" sz="1400" dirty="0"/>
              <a:t>.</a:t>
            </a:r>
            <a:endParaRPr lang="en-US" altLang="en-US" sz="1400" dirty="0">
              <a:latin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4C70998-39A0-967A-B0CF-1086EF6FBF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166" y="3989466"/>
            <a:ext cx="2990263" cy="11684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758FA70-81DE-F0F0-C614-C2935684BE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3604" y="5231155"/>
            <a:ext cx="2990263" cy="101566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1AAAAA1-0799-E8AA-0F1E-7EDEC9B663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6488" y="4049994"/>
            <a:ext cx="2649042" cy="118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851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96971-CB02-98FC-8049-022A2F952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0" y="-210342"/>
            <a:ext cx="5934508" cy="1639886"/>
          </a:xfrm>
        </p:spPr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Menu LOGIN Admin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009DE7-E0AB-A62B-0EA5-29537B5398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1410" y="1639886"/>
            <a:ext cx="5934511" cy="3862556"/>
          </a:xfrm>
        </p:spPr>
        <p:txBody>
          <a:bodyPr>
            <a:no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Tampilan</a:t>
            </a:r>
            <a:r>
              <a:rPr lang="en-US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Menu pada Output</a:t>
            </a:r>
            <a:br>
              <a:rPr lang="en-US" altLang="en-US" b="1" dirty="0">
                <a:latin typeface="Arial" panose="020B0604020202020204" pitchFamily="34" charset="0"/>
              </a:rPr>
            </a:b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AutoNum type="arabicPeriod"/>
            </a:pPr>
            <a:r>
              <a:rPr lang="en-US" altLang="en-US" b="1" dirty="0" err="1">
                <a:latin typeface="Arial" panose="020B0604020202020204" pitchFamily="34" charset="0"/>
              </a:rPr>
              <a:t>Manajemen</a:t>
            </a:r>
            <a:r>
              <a:rPr lang="en-US" altLang="en-US" b="1" dirty="0">
                <a:latin typeface="Arial" panose="020B0604020202020204" pitchFamily="34" charset="0"/>
              </a:rPr>
              <a:t> Master Barang: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dirty="0">
                <a:latin typeface="Arial" panose="020B0604020202020204" pitchFamily="34" charset="0"/>
              </a:rPr>
              <a:t>   </a:t>
            </a:r>
            <a:r>
              <a:rPr lang="en-US" altLang="en-US" dirty="0" err="1">
                <a:latin typeface="Arial" panose="020B0604020202020204" pitchFamily="34" charset="0"/>
              </a:rPr>
              <a:t>Mengelola</a:t>
            </a:r>
            <a:r>
              <a:rPr lang="en-US" altLang="en-US" dirty="0">
                <a:latin typeface="Arial" panose="020B0604020202020204" pitchFamily="34" charset="0"/>
              </a:rPr>
              <a:t> data </a:t>
            </a:r>
            <a:r>
              <a:rPr lang="en-US" altLang="en-US" dirty="0" err="1">
                <a:latin typeface="Arial" panose="020B0604020202020204" pitchFamily="34" charset="0"/>
              </a:rPr>
              <a:t>barang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tetap</a:t>
            </a:r>
            <a:r>
              <a:rPr lang="en-US" altLang="en-US" dirty="0">
                <a:latin typeface="Arial" panose="020B0604020202020204" pitchFamily="34" charset="0"/>
              </a:rPr>
              <a:t> dan </a:t>
            </a:r>
            <a:r>
              <a:rPr lang="en-US" altLang="en-US" dirty="0" err="1">
                <a:latin typeface="Arial" panose="020B0604020202020204" pitchFamily="34" charset="0"/>
              </a:rPr>
              <a:t>tambahan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AutoNum type="arabicPeriod" startAt="2"/>
            </a:pPr>
            <a:r>
              <a:rPr lang="en-US" altLang="en-US" b="1" dirty="0" err="1">
                <a:latin typeface="Arial" panose="020B0604020202020204" pitchFamily="34" charset="0"/>
              </a:rPr>
              <a:t>Manajemen</a:t>
            </a:r>
            <a:r>
              <a:rPr lang="en-US" altLang="en-US" b="1" dirty="0">
                <a:latin typeface="Arial" panose="020B0604020202020204" pitchFamily="34" charset="0"/>
              </a:rPr>
              <a:t> Stok Gudang: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b="1" dirty="0">
                <a:latin typeface="Arial" panose="020B0604020202020204" pitchFamily="34" charset="0"/>
              </a:rPr>
              <a:t>   </a:t>
            </a:r>
            <a:r>
              <a:rPr lang="en-US" altLang="en-US" dirty="0" err="1">
                <a:latin typeface="Arial" panose="020B0604020202020204" pitchFamily="34" charset="0"/>
              </a:rPr>
              <a:t>Memantau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ketersediaan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barang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secara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menyeluruh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AutoNum type="arabicPeriod" startAt="3"/>
            </a:pPr>
            <a:r>
              <a:rPr lang="en-US" altLang="en-US" b="1" dirty="0" err="1">
                <a:latin typeface="Arial" panose="020B0604020202020204" pitchFamily="34" charset="0"/>
              </a:rPr>
              <a:t>Manajemen</a:t>
            </a:r>
            <a:r>
              <a:rPr lang="en-US" altLang="en-US" b="1" dirty="0">
                <a:latin typeface="Arial" panose="020B0604020202020204" pitchFamily="34" charset="0"/>
              </a:rPr>
              <a:t> Data Supplier: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b="1" dirty="0">
                <a:latin typeface="Arial" panose="020B0604020202020204" pitchFamily="34" charset="0"/>
              </a:rPr>
              <a:t>  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Mengelola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mitra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penyedia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barang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AutoNum type="arabicPeriod" startAt="4"/>
            </a:pPr>
            <a:r>
              <a:rPr lang="en-US" altLang="en-US" b="1" dirty="0" err="1">
                <a:latin typeface="Arial" panose="020B0604020202020204" pitchFamily="34" charset="0"/>
              </a:rPr>
              <a:t>Manajemen</a:t>
            </a:r>
            <a:r>
              <a:rPr lang="en-US" altLang="en-US" b="1" dirty="0">
                <a:latin typeface="Arial" panose="020B0604020202020204" pitchFamily="34" charset="0"/>
              </a:rPr>
              <a:t> </a:t>
            </a:r>
            <a:r>
              <a:rPr lang="en-US" altLang="en-US" b="1" dirty="0" err="1">
                <a:latin typeface="Arial" panose="020B0604020202020204" pitchFamily="34" charset="0"/>
              </a:rPr>
              <a:t>Pohon</a:t>
            </a:r>
            <a:r>
              <a:rPr lang="en-US" altLang="en-US" b="1" dirty="0">
                <a:latin typeface="Arial" panose="020B0604020202020204" pitchFamily="34" charset="0"/>
              </a:rPr>
              <a:t> Barang: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b="1" dirty="0">
                <a:latin typeface="Arial" panose="020B0604020202020204" pitchFamily="34" charset="0"/>
              </a:rPr>
              <a:t>  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Optimasi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struktur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pencarian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barang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Isi Fitur: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dirty="0">
                <a:latin typeface="Arial" panose="020B0604020202020204" pitchFamily="34" charset="0"/>
              </a:rPr>
              <a:t>  Admin </a:t>
            </a:r>
            <a:r>
              <a:rPr lang="en-US" altLang="en-US" dirty="0" err="1">
                <a:latin typeface="Arial" panose="020B0604020202020204" pitchFamily="34" charset="0"/>
              </a:rPr>
              <a:t>memiliki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hak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akses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penuh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untuk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mengatur</a:t>
            </a:r>
            <a:r>
              <a:rPr lang="en-US" altLang="en-US" dirty="0">
                <a:latin typeface="Arial" panose="020B0604020202020204" pitchFamily="34" charset="0"/>
              </a:rPr>
              <a:t> database </a:t>
            </a:r>
            <a:r>
              <a:rPr lang="en-US" altLang="en-US" dirty="0" err="1">
                <a:latin typeface="Arial" panose="020B0604020202020204" pitchFamily="34" charset="0"/>
              </a:rPr>
              <a:t>dasar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sebelum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kasir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melakukan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transaksi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29822F-4D10-6FC0-10C1-7A7F1D3AB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629" y="2148716"/>
            <a:ext cx="3952857" cy="2471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138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5CCFA-E447-E395-8B8B-683D3FAFB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485" y="847390"/>
            <a:ext cx="7805058" cy="1070439"/>
          </a:xfrm>
        </p:spPr>
        <p:txBody>
          <a:bodyPr>
            <a:norm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Cara </a:t>
            </a:r>
            <a:r>
              <a:rPr lang="en-US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Kerja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Menu Admin</a:t>
            </a:r>
            <a:br>
              <a:rPr lang="en-US" sz="2000" dirty="0"/>
            </a:b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Array Statis, Array </a:t>
            </a:r>
            <a:r>
              <a:rPr 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Dinamis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Single Linked List, dan AVL Tree.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323372B-6894-52C7-4FD3-4D29FB6DA16D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001485" y="2289903"/>
            <a:ext cx="10069285" cy="318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Cara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Kerja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Menu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700" b="1" dirty="0">
                <a:latin typeface="Google Sans Text"/>
              </a:rPr>
              <a:t>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Menggabungkan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Array Statis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(50 data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awal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 dan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Array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Dinamis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(new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ItemDinamis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untuk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menambah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data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barang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baru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secara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fleksibel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Menu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Stok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dipantau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menggunakan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Single Linked List di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stok_gudang.h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agar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penambahan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stok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tidak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terbatas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ukuran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array.</a:t>
            </a:r>
            <a:endParaRPr lang="en-US" altLang="en-US" sz="1700" dirty="0"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Menu 4: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700" dirty="0">
                <a:latin typeface="Google Sans Text"/>
              </a:rPr>
              <a:t>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Menggunakan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AVL Tree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untuk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menyeimbangkan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data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barang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agar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saat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Kasir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mencari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barang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,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prosesnya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sangat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cepat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52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2C485-19E5-5742-36CB-62972B503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0" y="1034143"/>
            <a:ext cx="5934508" cy="583972"/>
          </a:xfrm>
        </p:spPr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MENU KASIR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07C717-19B6-433C-D91C-EDCD01FA48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1410" y="1948543"/>
            <a:ext cx="5934508" cy="4321629"/>
          </a:xfrm>
        </p:spPr>
        <p:txBody>
          <a:bodyPr>
            <a:normAutofit/>
          </a:bodyPr>
          <a:lstStyle/>
          <a:p>
            <a:r>
              <a:rPr lang="en-US" sz="2400" b="1" dirty="0"/>
              <a:t>Menu </a:t>
            </a:r>
            <a:r>
              <a:rPr lang="en-US" sz="2400" b="1" dirty="0" err="1"/>
              <a:t>Pelayanan</a:t>
            </a:r>
            <a:r>
              <a:rPr lang="en-US" sz="2400" b="1" dirty="0"/>
              <a:t> Kasir</a:t>
            </a:r>
            <a:endParaRPr lang="en-US" sz="2400" dirty="0"/>
          </a:p>
          <a:p>
            <a:r>
              <a:rPr lang="en-US" b="1" dirty="0" err="1"/>
              <a:t>Tampilan</a:t>
            </a:r>
            <a:r>
              <a:rPr lang="en-US" b="1" dirty="0"/>
              <a:t> Menu :</a:t>
            </a:r>
            <a:endParaRPr lang="en-US" dirty="0"/>
          </a:p>
          <a:p>
            <a:pPr lvl="1"/>
            <a:r>
              <a:rPr lang="en-US" sz="1600" b="1" dirty="0"/>
              <a:t>- </a:t>
            </a:r>
            <a:r>
              <a:rPr lang="en-US" sz="1600" b="1" dirty="0" err="1"/>
              <a:t>Transaksi</a:t>
            </a:r>
            <a:r>
              <a:rPr lang="en-US" sz="1600" b="1" dirty="0"/>
              <a:t> (Stack):</a:t>
            </a:r>
            <a:r>
              <a:rPr lang="en-US" sz="1600" dirty="0"/>
              <a:t> Proses scan </a:t>
            </a:r>
            <a:r>
              <a:rPr lang="en-US" sz="1600" dirty="0" err="1"/>
              <a:t>barang</a:t>
            </a:r>
            <a:r>
              <a:rPr lang="en-US" sz="1600" dirty="0"/>
              <a:t> dan </a:t>
            </a:r>
            <a:r>
              <a:rPr lang="en-US" sz="1600" dirty="0" err="1"/>
              <a:t>pembayaran</a:t>
            </a:r>
            <a:r>
              <a:rPr lang="en-US" sz="1600" dirty="0"/>
              <a:t>.</a:t>
            </a:r>
          </a:p>
          <a:p>
            <a:pPr lvl="1"/>
            <a:r>
              <a:rPr lang="en-US" sz="1600" b="1" dirty="0"/>
              <a:t>- </a:t>
            </a:r>
            <a:r>
              <a:rPr lang="en-US" sz="1600" b="1" dirty="0" err="1"/>
              <a:t>Antrian</a:t>
            </a:r>
            <a:r>
              <a:rPr lang="en-US" sz="1600" b="1" dirty="0"/>
              <a:t> </a:t>
            </a:r>
            <a:r>
              <a:rPr lang="en-US" sz="1600" b="1" dirty="0" err="1"/>
              <a:t>Reguler</a:t>
            </a:r>
            <a:r>
              <a:rPr lang="en-US" sz="1600" b="1" dirty="0"/>
              <a:t>:</a:t>
            </a:r>
            <a:r>
              <a:rPr lang="en-US" sz="1600" dirty="0"/>
              <a:t> </a:t>
            </a:r>
            <a:r>
              <a:rPr lang="en-US" sz="1600" dirty="0" err="1"/>
              <a:t>Mengelola</a:t>
            </a:r>
            <a:r>
              <a:rPr lang="en-US" sz="1600" dirty="0"/>
              <a:t> </a:t>
            </a:r>
            <a:r>
              <a:rPr lang="en-US" sz="1600" dirty="0" err="1"/>
              <a:t>pelanggan</a:t>
            </a:r>
            <a:r>
              <a:rPr lang="en-US" sz="1600" dirty="0"/>
              <a:t> </a:t>
            </a:r>
            <a:r>
              <a:rPr lang="en-US" sz="1600" dirty="0" err="1"/>
              <a:t>umum</a:t>
            </a:r>
            <a:r>
              <a:rPr lang="en-US" sz="1600" dirty="0"/>
              <a:t>.</a:t>
            </a:r>
          </a:p>
          <a:p>
            <a:pPr lvl="1"/>
            <a:r>
              <a:rPr lang="en-US" sz="1600" b="1" dirty="0"/>
              <a:t>- </a:t>
            </a:r>
            <a:r>
              <a:rPr lang="en-US" sz="1600" b="1" dirty="0" err="1"/>
              <a:t>Antrian</a:t>
            </a:r>
            <a:r>
              <a:rPr lang="en-US" sz="1600" b="1" dirty="0"/>
              <a:t> </a:t>
            </a:r>
            <a:r>
              <a:rPr lang="en-US" sz="1600" b="1" dirty="0" err="1"/>
              <a:t>Prioritas</a:t>
            </a:r>
            <a:r>
              <a:rPr lang="en-US" sz="1600" b="1" dirty="0"/>
              <a:t>:</a:t>
            </a:r>
            <a:r>
              <a:rPr lang="en-US" sz="1600" dirty="0"/>
              <a:t> </a:t>
            </a:r>
            <a:r>
              <a:rPr lang="en-US" sz="1600" dirty="0" err="1"/>
              <a:t>Mengelola</a:t>
            </a:r>
            <a:r>
              <a:rPr lang="en-US" sz="1600" dirty="0"/>
              <a:t> </a:t>
            </a:r>
            <a:r>
              <a:rPr lang="en-US" sz="1600" dirty="0" err="1"/>
              <a:t>pelanggan</a:t>
            </a:r>
            <a:r>
              <a:rPr lang="en-US" sz="1600" dirty="0"/>
              <a:t> member/</a:t>
            </a:r>
            <a:r>
              <a:rPr lang="en-US" sz="1600" dirty="0" err="1"/>
              <a:t>khusus</a:t>
            </a:r>
            <a:r>
              <a:rPr lang="en-US" sz="1600" dirty="0"/>
              <a:t>.</a:t>
            </a:r>
          </a:p>
          <a:p>
            <a:pPr lvl="1"/>
            <a:r>
              <a:rPr lang="en-US" sz="1600" b="1" dirty="0"/>
              <a:t>- </a:t>
            </a:r>
            <a:r>
              <a:rPr lang="en-US" sz="1600" b="1" dirty="0" err="1"/>
              <a:t>Tutup</a:t>
            </a:r>
            <a:r>
              <a:rPr lang="en-US" sz="1600" b="1" dirty="0"/>
              <a:t> Shift:</a:t>
            </a:r>
            <a:r>
              <a:rPr lang="en-US" sz="1600" dirty="0"/>
              <a:t> </a:t>
            </a:r>
            <a:r>
              <a:rPr lang="en-US" sz="1600" dirty="0" err="1"/>
              <a:t>Finalisasi</a:t>
            </a:r>
            <a:r>
              <a:rPr lang="en-US" sz="1600" dirty="0"/>
              <a:t> </a:t>
            </a:r>
            <a:r>
              <a:rPr lang="en-US" sz="1600" dirty="0" err="1"/>
              <a:t>laporan</a:t>
            </a:r>
            <a:r>
              <a:rPr lang="en-US" sz="1600" dirty="0"/>
              <a:t> </a:t>
            </a:r>
            <a:r>
              <a:rPr lang="en-US" sz="1600" dirty="0" err="1"/>
              <a:t>penjualan</a:t>
            </a:r>
            <a:r>
              <a:rPr lang="en-US" sz="1600" dirty="0"/>
              <a:t> </a:t>
            </a:r>
            <a:r>
              <a:rPr lang="en-US" sz="1600" dirty="0" err="1"/>
              <a:t>kasir</a:t>
            </a:r>
            <a:r>
              <a:rPr lang="en-US" sz="1600" dirty="0"/>
              <a:t>.</a:t>
            </a:r>
          </a:p>
          <a:p>
            <a:r>
              <a:rPr lang="en-US" b="1" dirty="0"/>
              <a:t>Isi Fitur:</a:t>
            </a:r>
            <a:r>
              <a:rPr lang="en-US" dirty="0"/>
              <a:t> Kasir </a:t>
            </a:r>
            <a:r>
              <a:rPr lang="en-US" dirty="0" err="1"/>
              <a:t>memilih</a:t>
            </a:r>
            <a:r>
              <a:rPr lang="en-US" dirty="0"/>
              <a:t> </a:t>
            </a:r>
            <a:r>
              <a:rPr lang="en-US" dirty="0" err="1"/>
              <a:t>identitas</a:t>
            </a:r>
            <a:r>
              <a:rPr lang="en-US" dirty="0"/>
              <a:t> (Elizabeth, </a:t>
            </a:r>
            <a:r>
              <a:rPr lang="en-US" dirty="0" err="1"/>
              <a:t>dll</a:t>
            </a:r>
            <a:r>
              <a:rPr lang="en-US" dirty="0"/>
              <a:t>) dan shift, </a:t>
            </a:r>
            <a:r>
              <a:rPr lang="en-US" dirty="0" err="1"/>
              <a:t>lalu</a:t>
            </a:r>
            <a:r>
              <a:rPr lang="en-US" dirty="0"/>
              <a:t> </a:t>
            </a:r>
            <a:r>
              <a:rPr lang="en-US" dirty="0" err="1"/>
              <a:t>melayani</a:t>
            </a:r>
            <a:r>
              <a:rPr lang="en-US" dirty="0"/>
              <a:t> </a:t>
            </a:r>
            <a:r>
              <a:rPr lang="en-US" dirty="0" err="1"/>
              <a:t>antrian</a:t>
            </a:r>
            <a:r>
              <a:rPr lang="en-US" dirty="0"/>
              <a:t> </a:t>
            </a:r>
            <a:r>
              <a:rPr lang="en-US" dirty="0" err="1"/>
              <a:t>serta</a:t>
            </a:r>
            <a:r>
              <a:rPr lang="en-US" dirty="0"/>
              <a:t> </a:t>
            </a:r>
            <a:r>
              <a:rPr lang="en-US" dirty="0" err="1"/>
              <a:t>memproses</a:t>
            </a:r>
            <a:r>
              <a:rPr lang="en-US" dirty="0"/>
              <a:t> </a:t>
            </a:r>
            <a:r>
              <a:rPr lang="en-US" dirty="0" err="1"/>
              <a:t>transaksi</a:t>
            </a:r>
            <a:r>
              <a:rPr lang="en-US" dirty="0"/>
              <a:t> </a:t>
            </a:r>
            <a:r>
              <a:rPr lang="en-US" dirty="0" err="1"/>
              <a:t>pelanggan</a:t>
            </a:r>
            <a:r>
              <a:rPr lang="en-US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59679E-7365-FF28-10D1-E58CEC2218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2216" y="2059621"/>
            <a:ext cx="3378374" cy="2049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196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7D0A1-59FE-A09B-40C6-EA7C8BC40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8721044" cy="81642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Cara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Kerja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Menu Kasir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s-ES" sz="2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Stack</a:t>
            </a:r>
            <a:r>
              <a:rPr lang="es-E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(LIFO), Circular </a:t>
            </a:r>
            <a:r>
              <a:rPr lang="es-ES" sz="2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Queue</a:t>
            </a:r>
            <a:r>
              <a:rPr lang="es-E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dan </a:t>
            </a:r>
            <a:r>
              <a:rPr lang="es-ES" sz="2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Priority</a:t>
            </a:r>
            <a:r>
              <a:rPr lang="es-E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ES" sz="2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Queue</a:t>
            </a:r>
            <a:r>
              <a:rPr lang="es-E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F4397D-F660-33CB-3F3D-48C86618B1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1413" y="1719942"/>
            <a:ext cx="9395958" cy="3690257"/>
          </a:xfrm>
        </p:spPr>
        <p:txBody>
          <a:bodyPr>
            <a:noAutofit/>
          </a:bodyPr>
          <a:lstStyle/>
          <a:p>
            <a:r>
              <a:rPr lang="en-US" sz="2000" b="1" dirty="0"/>
              <a:t>Cara </a:t>
            </a:r>
            <a:r>
              <a:rPr lang="en-US" sz="2000" b="1" dirty="0" err="1"/>
              <a:t>Kerja</a:t>
            </a:r>
            <a:r>
              <a:rPr lang="en-US" sz="2000" b="1" dirty="0"/>
              <a:t>:</a:t>
            </a:r>
            <a:endParaRPr lang="en-US" sz="2000" dirty="0"/>
          </a:p>
          <a:p>
            <a:r>
              <a:rPr lang="en-US" sz="2000" b="1" dirty="0"/>
              <a:t>Menu 2 (</a:t>
            </a:r>
            <a:r>
              <a:rPr lang="en-US" sz="2000" b="1" dirty="0" err="1"/>
              <a:t>Transaksi</a:t>
            </a:r>
            <a:r>
              <a:rPr lang="en-US" sz="2000" b="1" dirty="0"/>
              <a:t>) :</a:t>
            </a:r>
            <a:r>
              <a:rPr lang="en-US" sz="20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Menggunakan</a:t>
            </a:r>
            <a:r>
              <a:rPr lang="en-US" sz="2000" dirty="0"/>
              <a:t> </a:t>
            </a:r>
            <a:r>
              <a:rPr lang="en-US" sz="2000" b="1" dirty="0"/>
              <a:t>Stack</a:t>
            </a:r>
            <a:r>
              <a:rPr lang="en-US" sz="2000" dirty="0"/>
              <a:t> di </a:t>
            </a:r>
            <a:r>
              <a:rPr lang="en-US" sz="2000" dirty="0" err="1"/>
              <a:t>transaksi_stack.h</a:t>
            </a:r>
            <a:r>
              <a:rPr lang="en-US" sz="2000" dirty="0"/>
              <a:t>. Jika </a:t>
            </a:r>
            <a:r>
              <a:rPr lang="en-US" sz="2000" dirty="0" err="1"/>
              <a:t>pelanggan</a:t>
            </a:r>
            <a:r>
              <a:rPr lang="en-US" sz="2000" dirty="0"/>
              <a:t> </a:t>
            </a:r>
            <a:r>
              <a:rPr lang="en-US" sz="2000" dirty="0" err="1"/>
              <a:t>batal</a:t>
            </a:r>
            <a:r>
              <a:rPr lang="en-US" sz="2000" dirty="0"/>
              <a:t> </a:t>
            </a:r>
            <a:r>
              <a:rPr lang="en-US" sz="2000" dirty="0" err="1"/>
              <a:t>membeli</a:t>
            </a:r>
            <a:r>
              <a:rPr lang="en-US" sz="2000" dirty="0"/>
              <a:t> </a:t>
            </a:r>
            <a:r>
              <a:rPr lang="en-US" sz="2000" dirty="0" err="1"/>
              <a:t>barang</a:t>
            </a:r>
            <a:r>
              <a:rPr lang="en-US" sz="2000" dirty="0"/>
              <a:t> </a:t>
            </a:r>
            <a:r>
              <a:rPr lang="en-US" sz="2000" dirty="0" err="1"/>
              <a:t>terakhir,sistem</a:t>
            </a:r>
            <a:r>
              <a:rPr lang="en-US" sz="2000" dirty="0"/>
              <a:t> </a:t>
            </a:r>
            <a:r>
              <a:rPr lang="en-US" sz="2000" dirty="0" err="1"/>
              <a:t>melakukan</a:t>
            </a:r>
            <a:r>
              <a:rPr lang="en-US" sz="2000" dirty="0"/>
              <a:t> pop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membatalkan</a:t>
            </a:r>
            <a:r>
              <a:rPr lang="en-US" sz="2000" dirty="0"/>
              <a:t> </a:t>
            </a:r>
            <a:r>
              <a:rPr lang="en-US" sz="2000" dirty="0" err="1"/>
              <a:t>transaksi</a:t>
            </a:r>
            <a:r>
              <a:rPr lang="en-US" sz="2000" dirty="0"/>
              <a:t> </a:t>
            </a:r>
            <a:r>
              <a:rPr lang="en-US" sz="2000" dirty="0" err="1"/>
              <a:t>tersebut</a:t>
            </a:r>
            <a:r>
              <a:rPr lang="en-US" sz="2000" dirty="0"/>
              <a:t> </a:t>
            </a:r>
            <a:r>
              <a:rPr lang="en-US" sz="2000" dirty="0" err="1"/>
              <a:t>secara</a:t>
            </a:r>
            <a:r>
              <a:rPr lang="en-US" sz="2000" dirty="0"/>
              <a:t> </a:t>
            </a:r>
            <a:r>
              <a:rPr lang="en-US" sz="2000" dirty="0" err="1"/>
              <a:t>instan</a:t>
            </a:r>
            <a:r>
              <a:rPr lang="en-US" sz="2000" dirty="0"/>
              <a:t>.</a:t>
            </a:r>
          </a:p>
          <a:p>
            <a:r>
              <a:rPr lang="en-US" sz="2000" b="1" dirty="0"/>
              <a:t>Menu 3 &amp; 4 (</a:t>
            </a:r>
            <a:r>
              <a:rPr lang="en-US" sz="2000" b="1" dirty="0" err="1"/>
              <a:t>Antrian</a:t>
            </a:r>
            <a:r>
              <a:rPr lang="en-US" sz="2000" b="1" dirty="0"/>
              <a:t>) :</a:t>
            </a:r>
          </a:p>
          <a:p>
            <a:r>
              <a:rPr lang="en-US" sz="2000" dirty="0"/>
              <a:t>     *</a:t>
            </a:r>
            <a:r>
              <a:rPr lang="en-US" sz="2000" dirty="0" err="1"/>
              <a:t>Antrian</a:t>
            </a:r>
            <a:r>
              <a:rPr lang="en-US" sz="2000" dirty="0"/>
              <a:t> </a:t>
            </a:r>
            <a:r>
              <a:rPr lang="en-US" sz="2000" dirty="0" err="1"/>
              <a:t>umum</a:t>
            </a:r>
            <a:r>
              <a:rPr lang="en-US" sz="2000" dirty="0"/>
              <a:t> </a:t>
            </a:r>
            <a:r>
              <a:rPr lang="en-US" sz="2000" dirty="0" err="1"/>
              <a:t>dikelola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b="1" dirty="0"/>
              <a:t>Circular Queue</a:t>
            </a:r>
            <a:r>
              <a:rPr lang="en-US" sz="2000" dirty="0"/>
              <a:t> (Array modulo) agar </a:t>
            </a:r>
            <a:r>
              <a:rPr lang="en-US" sz="2000" dirty="0" err="1"/>
              <a:t>memori</a:t>
            </a:r>
            <a:r>
              <a:rPr lang="en-US" sz="2000" dirty="0"/>
              <a:t> </a:t>
            </a:r>
            <a:r>
              <a:rPr lang="en-US" sz="2000" dirty="0" err="1"/>
              <a:t>efisien</a:t>
            </a:r>
            <a:r>
              <a:rPr lang="en-US" sz="2000" dirty="0"/>
              <a:t>.</a:t>
            </a:r>
          </a:p>
          <a:p>
            <a:pPr lvl="1"/>
            <a:r>
              <a:rPr lang="en-US" sz="2000" dirty="0" err="1"/>
              <a:t>Antrian</a:t>
            </a:r>
            <a:r>
              <a:rPr lang="en-US" sz="2000" dirty="0"/>
              <a:t> Member </a:t>
            </a:r>
            <a:r>
              <a:rPr lang="en-US" sz="2000" dirty="0" err="1"/>
              <a:t>dikelola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b="1" dirty="0"/>
              <a:t>Priority Queue</a:t>
            </a:r>
            <a:r>
              <a:rPr lang="en-US" sz="2000" dirty="0"/>
              <a:t>, di mana </a:t>
            </a:r>
            <a:r>
              <a:rPr lang="en-US" sz="2000" dirty="0" err="1"/>
              <a:t>pelanggan</a:t>
            </a:r>
            <a:r>
              <a:rPr lang="en-US" sz="2000" dirty="0"/>
              <a:t> </a:t>
            </a:r>
            <a:r>
              <a:rPr lang="en-US" sz="2000" dirty="0" err="1"/>
              <a:t>prioritas</a:t>
            </a:r>
            <a:r>
              <a:rPr lang="en-US" sz="2000" dirty="0"/>
              <a:t> </a:t>
            </a:r>
            <a:r>
              <a:rPr lang="en-US" sz="2000" dirty="0" err="1"/>
              <a:t>otomatis</a:t>
            </a:r>
            <a:r>
              <a:rPr lang="en-US" sz="2000" dirty="0"/>
              <a:t> </a:t>
            </a:r>
            <a:r>
              <a:rPr lang="en-US" sz="2000" dirty="0" err="1"/>
              <a:t>digeser</a:t>
            </a:r>
            <a:r>
              <a:rPr lang="en-US" sz="2000" dirty="0"/>
              <a:t> </a:t>
            </a:r>
            <a:r>
              <a:rPr lang="en-US" sz="2000" dirty="0" err="1"/>
              <a:t>ke</a:t>
            </a:r>
            <a:r>
              <a:rPr lang="en-US" sz="2000" dirty="0"/>
              <a:t> </a:t>
            </a:r>
            <a:r>
              <a:rPr lang="en-US" sz="2000" dirty="0" err="1"/>
              <a:t>urutan</a:t>
            </a:r>
            <a:r>
              <a:rPr lang="en-US" sz="2000" dirty="0"/>
              <a:t> </a:t>
            </a:r>
            <a:r>
              <a:rPr lang="en-US" sz="2000" dirty="0" err="1"/>
              <a:t>depan</a:t>
            </a:r>
            <a:r>
              <a:rPr lang="en-US" sz="2000" dirty="0"/>
              <a:t>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89522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9B8E2-25B6-56BC-DE2F-AECF9D653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500743"/>
            <a:ext cx="5934508" cy="877885"/>
          </a:xfrm>
        </p:spPr>
        <p:txBody>
          <a:bodyPr>
            <a:norm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MENU GUDANG 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668F311-72F4-AEAE-868F-FE0B3E552777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41413" y="1859339"/>
            <a:ext cx="6647974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Tampilan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Menu pada Output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Kelola Stok Gudang (Input Barang):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Menambah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fisik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barang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yang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masuk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Kelola Data Supplier (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Lengkapi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Data)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b="1" dirty="0">
                <a:latin typeface="Arial" panose="020B0604020202020204" pitchFamily="34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Mengisi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informasi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detail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mitra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PT Supplier.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Isi Fitur: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Petugas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gudang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memastikan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minimarket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selalu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terisi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dan data supplier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terdokumentasi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dengan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lengkap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7717776-E7D3-223F-D349-69C2476B7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4336" y="1983428"/>
            <a:ext cx="3896251" cy="1739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182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A47DB-D58D-A194-EDEC-967FF749E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399259"/>
            <a:ext cx="8361816" cy="1443941"/>
          </a:xfrm>
        </p:spPr>
        <p:txBody>
          <a:bodyPr>
            <a:norm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Cara </a:t>
            </a:r>
            <a:r>
              <a:rPr lang="en-US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Kerja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Menu Gudang</a:t>
            </a:r>
            <a:br>
              <a:rPr lang="en-US" sz="2800" dirty="0"/>
            </a:br>
            <a:r>
              <a:rPr lang="en-US" altLang="en-US" sz="2000" cap="none" dirty="0">
                <a:latin typeface="Arial Unicode MS"/>
              </a:rPr>
              <a:t>Single Linked List dan</a:t>
            </a:r>
            <a:r>
              <a:rPr lang="en-US" altLang="en-US" sz="1600" cap="none" dirty="0"/>
              <a:t>  </a:t>
            </a:r>
            <a:r>
              <a:rPr lang="en-US" altLang="en-US" sz="2000" cap="none" dirty="0">
                <a:latin typeface="Arial Unicode MS"/>
              </a:rPr>
              <a:t>Doubly Linked List</a:t>
            </a:r>
            <a:r>
              <a:rPr lang="en-US" altLang="en-US" sz="1800" cap="none" dirty="0"/>
              <a:t>.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C0E025-52A8-ED04-2523-1AD339CB58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1413" y="2039144"/>
            <a:ext cx="9221790" cy="3411085"/>
          </a:xfrm>
        </p:spPr>
        <p:txBody>
          <a:bodyPr>
            <a:normAutofit/>
          </a:bodyPr>
          <a:lstStyle/>
          <a:p>
            <a:r>
              <a:rPr lang="en-US" sz="2600" b="1" dirty="0"/>
              <a:t>Cara </a:t>
            </a:r>
            <a:r>
              <a:rPr lang="en-US" sz="2600" b="1" dirty="0" err="1"/>
              <a:t>Kerja</a:t>
            </a:r>
            <a:r>
              <a:rPr lang="en-US" sz="2600" b="1" dirty="0"/>
              <a:t>:</a:t>
            </a:r>
            <a:endParaRPr lang="en-US" sz="2600" dirty="0"/>
          </a:p>
          <a:p>
            <a:r>
              <a:rPr lang="en-US" sz="1800" b="1" dirty="0"/>
              <a:t>Menu 1 (Stok) :</a:t>
            </a:r>
            <a:r>
              <a:rPr lang="en-US" sz="1800" dirty="0"/>
              <a:t> </a:t>
            </a:r>
          </a:p>
          <a:p>
            <a:r>
              <a:rPr lang="en-US" sz="1800" dirty="0" err="1"/>
              <a:t>Setiap</a:t>
            </a:r>
            <a:r>
              <a:rPr lang="en-US" sz="1800" dirty="0"/>
              <a:t> </a:t>
            </a:r>
            <a:r>
              <a:rPr lang="en-US" sz="1800" dirty="0" err="1"/>
              <a:t>barang</a:t>
            </a:r>
            <a:r>
              <a:rPr lang="en-US" sz="1800" dirty="0"/>
              <a:t> </a:t>
            </a:r>
            <a:r>
              <a:rPr lang="en-US" sz="1800" dirty="0" err="1"/>
              <a:t>masuk</a:t>
            </a:r>
            <a:r>
              <a:rPr lang="en-US" sz="1800" dirty="0"/>
              <a:t> </a:t>
            </a:r>
            <a:r>
              <a:rPr lang="en-US" sz="1800" dirty="0" err="1"/>
              <a:t>diinput</a:t>
            </a:r>
            <a:r>
              <a:rPr lang="en-US" sz="1800" dirty="0"/>
              <a:t> </a:t>
            </a:r>
            <a:r>
              <a:rPr lang="en-US" sz="1800" dirty="0" err="1"/>
              <a:t>ke</a:t>
            </a:r>
            <a:r>
              <a:rPr lang="en-US" sz="1800" dirty="0"/>
              <a:t> </a:t>
            </a:r>
            <a:r>
              <a:rPr lang="en-US" sz="1800" dirty="0" err="1"/>
              <a:t>dalam</a:t>
            </a:r>
            <a:r>
              <a:rPr lang="en-US" sz="1800" dirty="0"/>
              <a:t> </a:t>
            </a:r>
            <a:r>
              <a:rPr lang="en-US" sz="1800" b="1" dirty="0"/>
              <a:t>Single Linked List</a:t>
            </a:r>
            <a:r>
              <a:rPr lang="en-US" sz="1800" dirty="0"/>
              <a:t>. </a:t>
            </a:r>
            <a:r>
              <a:rPr lang="en-US" sz="1800" dirty="0" err="1"/>
              <a:t>Fungsi</a:t>
            </a:r>
            <a:r>
              <a:rPr lang="en-US" sz="1800" dirty="0"/>
              <a:t> </a:t>
            </a:r>
            <a:r>
              <a:rPr lang="en-US" sz="1800" dirty="0" err="1"/>
              <a:t>tambahStok</a:t>
            </a:r>
            <a:r>
              <a:rPr lang="en-US" sz="1800" dirty="0"/>
              <a:t>() di </a:t>
            </a:r>
            <a:r>
              <a:rPr lang="en-US" sz="1800" dirty="0" err="1"/>
              <a:t>stok_gudang.h</a:t>
            </a:r>
            <a:r>
              <a:rPr lang="en-US" sz="1800" dirty="0"/>
              <a:t> </a:t>
            </a:r>
            <a:r>
              <a:rPr lang="en-US" sz="1800" dirty="0" err="1"/>
              <a:t>memastikan</a:t>
            </a:r>
            <a:r>
              <a:rPr lang="en-US" sz="1800" dirty="0"/>
              <a:t> data </a:t>
            </a:r>
            <a:r>
              <a:rPr lang="en-US" sz="1800" dirty="0" err="1"/>
              <a:t>baru</a:t>
            </a:r>
            <a:r>
              <a:rPr lang="en-US" sz="1800" dirty="0"/>
              <a:t> </a:t>
            </a:r>
            <a:r>
              <a:rPr lang="en-US" sz="1800" dirty="0" err="1"/>
              <a:t>terhubung</a:t>
            </a:r>
            <a:r>
              <a:rPr lang="en-US" sz="1800" dirty="0"/>
              <a:t> </a:t>
            </a:r>
            <a:r>
              <a:rPr lang="en-US" sz="1800" dirty="0" err="1"/>
              <a:t>ke</a:t>
            </a:r>
            <a:r>
              <a:rPr lang="en-US" sz="1800" dirty="0"/>
              <a:t> node </a:t>
            </a:r>
            <a:r>
              <a:rPr lang="en-US" sz="1800" dirty="0" err="1"/>
              <a:t>sebelumnya</a:t>
            </a:r>
            <a:r>
              <a:rPr lang="en-US" sz="1800" dirty="0"/>
              <a:t> dan </a:t>
            </a:r>
            <a:r>
              <a:rPr lang="en-US" sz="1800" dirty="0" err="1"/>
              <a:t>tersimpan</a:t>
            </a:r>
            <a:r>
              <a:rPr lang="en-US" sz="1800" dirty="0"/>
              <a:t> di laporan_gudang.txt.</a:t>
            </a:r>
          </a:p>
          <a:p>
            <a:r>
              <a:rPr lang="en-US" sz="1800" b="1" dirty="0"/>
              <a:t>Menu 2 (Supplier) :</a:t>
            </a:r>
            <a:r>
              <a:rPr lang="en-US" sz="1800" dirty="0"/>
              <a:t> </a:t>
            </a:r>
          </a:p>
          <a:p>
            <a:r>
              <a:rPr lang="en-US" sz="1800" dirty="0" err="1"/>
              <a:t>Menggunakan</a:t>
            </a:r>
            <a:r>
              <a:rPr lang="en-US" sz="1800" dirty="0"/>
              <a:t> </a:t>
            </a:r>
            <a:r>
              <a:rPr lang="en-US" sz="1800" b="1" dirty="0"/>
              <a:t>Doubly Linked List</a:t>
            </a:r>
            <a:r>
              <a:rPr lang="en-US" sz="1800" dirty="0"/>
              <a:t> di </a:t>
            </a:r>
            <a:r>
              <a:rPr lang="en-US" sz="1800" dirty="0" err="1"/>
              <a:t>supplier.h</a:t>
            </a:r>
            <a:r>
              <a:rPr lang="en-US" sz="1800" dirty="0"/>
              <a:t>. Karena </a:t>
            </a:r>
            <a:r>
              <a:rPr lang="en-US" sz="1800" dirty="0" err="1"/>
              <a:t>memiliki</a:t>
            </a:r>
            <a:r>
              <a:rPr lang="en-US" sz="1800" dirty="0"/>
              <a:t> pointer next dan </a:t>
            </a:r>
            <a:r>
              <a:rPr lang="en-US" sz="1800" dirty="0" err="1"/>
              <a:t>prev</a:t>
            </a:r>
            <a:r>
              <a:rPr lang="en-US" sz="1800" dirty="0"/>
              <a:t>, </a:t>
            </a:r>
            <a:r>
              <a:rPr lang="en-US" sz="1800" dirty="0" err="1"/>
              <a:t>petugas</a:t>
            </a:r>
            <a:r>
              <a:rPr lang="en-US" sz="1800" dirty="0"/>
              <a:t> </a:t>
            </a:r>
            <a:r>
              <a:rPr lang="en-US" sz="1800" dirty="0" err="1"/>
              <a:t>gudang</a:t>
            </a:r>
            <a:r>
              <a:rPr lang="en-US" sz="1800" dirty="0"/>
              <a:t> </a:t>
            </a:r>
            <a:r>
              <a:rPr lang="en-US" sz="1800" dirty="0" err="1"/>
              <a:t>dapat</a:t>
            </a:r>
            <a:r>
              <a:rPr lang="en-US" sz="1800" dirty="0"/>
              <a:t> </a:t>
            </a:r>
            <a:r>
              <a:rPr lang="en-US" sz="1800" dirty="0" err="1"/>
              <a:t>dengan</a:t>
            </a:r>
            <a:r>
              <a:rPr lang="en-US" sz="1800" dirty="0"/>
              <a:t> </a:t>
            </a:r>
            <a:r>
              <a:rPr lang="en-US" sz="1800" dirty="0" err="1"/>
              <a:t>mudah</a:t>
            </a:r>
            <a:r>
              <a:rPr lang="en-US" sz="1800" dirty="0"/>
              <a:t> </a:t>
            </a:r>
            <a:r>
              <a:rPr lang="en-US" sz="1800" dirty="0" err="1"/>
              <a:t>mencari</a:t>
            </a:r>
            <a:r>
              <a:rPr lang="en-US" sz="1800" dirty="0"/>
              <a:t>, </a:t>
            </a:r>
            <a:r>
              <a:rPr lang="en-US" sz="1800" dirty="0" err="1"/>
              <a:t>mengubah</a:t>
            </a:r>
            <a:r>
              <a:rPr lang="en-US" sz="1800" dirty="0"/>
              <a:t>, </a:t>
            </a:r>
            <a:r>
              <a:rPr lang="en-US" sz="1800" dirty="0" err="1"/>
              <a:t>atau</a:t>
            </a:r>
            <a:r>
              <a:rPr lang="en-US" sz="1800" dirty="0"/>
              <a:t> </a:t>
            </a:r>
            <a:r>
              <a:rPr lang="en-US" sz="1800" dirty="0" err="1"/>
              <a:t>menghapus</a:t>
            </a:r>
            <a:r>
              <a:rPr lang="en-US" sz="1800" dirty="0"/>
              <a:t> data supplier </a:t>
            </a:r>
            <a:r>
              <a:rPr lang="en-US" sz="1800" dirty="0" err="1"/>
              <a:t>secara</a:t>
            </a:r>
            <a:r>
              <a:rPr lang="en-US" sz="1800" dirty="0"/>
              <a:t> dua </a:t>
            </a:r>
            <a:r>
              <a:rPr lang="en-US" sz="1800" dirty="0" err="1"/>
              <a:t>arah</a:t>
            </a:r>
            <a:r>
              <a:rPr lang="en-US" sz="1800" dirty="0"/>
              <a:t> (</a:t>
            </a:r>
            <a:r>
              <a:rPr lang="en-US" sz="1800" dirty="0" err="1"/>
              <a:t>maju-mundur</a:t>
            </a:r>
            <a:r>
              <a:rPr lang="en-US" sz="1800" dirty="0"/>
              <a:t>).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758816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C93A0-5382-D597-19DB-CD90B6965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9403" y="849086"/>
            <a:ext cx="6946674" cy="1316631"/>
          </a:xfrm>
        </p:spPr>
        <p:txBody>
          <a:bodyPr>
            <a:normAutofit/>
          </a:bodyPr>
          <a:lstStyle/>
          <a:p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SEKIAN TERIMA KASIH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DF1695-A7D2-82B7-1D4E-F8144126F5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919403" y="2534442"/>
            <a:ext cx="5934508" cy="1789116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sz="2000" i="1" dirty="0" err="1"/>
              <a:t>Kesimpulannya</a:t>
            </a:r>
            <a:r>
              <a:rPr lang="en-US" sz="2000" i="1" dirty="0"/>
              <a:t>, program Minimarket Abadi </a:t>
            </a:r>
            <a:r>
              <a:rPr lang="en-US" sz="2000" i="1" dirty="0" err="1"/>
              <a:t>ini</a:t>
            </a:r>
            <a:r>
              <a:rPr lang="en-US" sz="2000" i="1" dirty="0"/>
              <a:t> </a:t>
            </a:r>
            <a:r>
              <a:rPr lang="en-US" sz="2000" i="1" dirty="0" err="1"/>
              <a:t>dibuat</a:t>
            </a:r>
            <a:r>
              <a:rPr lang="en-US" sz="2000" i="1" dirty="0"/>
              <a:t> agar </a:t>
            </a:r>
            <a:r>
              <a:rPr lang="en-US" sz="2000" i="1" dirty="0" err="1"/>
              <a:t>operasional</a:t>
            </a:r>
            <a:r>
              <a:rPr lang="en-US" sz="2000" i="1" dirty="0"/>
              <a:t> </a:t>
            </a:r>
            <a:r>
              <a:rPr lang="en-US" sz="2000" i="1" dirty="0" err="1"/>
              <a:t>toko</a:t>
            </a:r>
            <a:r>
              <a:rPr lang="en-US" sz="2000" i="1" dirty="0"/>
              <a:t> </a:t>
            </a:r>
            <a:r>
              <a:rPr lang="en-US" sz="2000" i="1" dirty="0" err="1"/>
              <a:t>jadi</a:t>
            </a:r>
            <a:r>
              <a:rPr lang="en-US" sz="2000" i="1" dirty="0"/>
              <a:t> </a:t>
            </a:r>
            <a:r>
              <a:rPr lang="en-US" sz="2000" i="1" dirty="0" err="1"/>
              <a:t>lebih</a:t>
            </a:r>
            <a:r>
              <a:rPr lang="en-US" sz="2000" i="1" dirty="0"/>
              <a:t> </a:t>
            </a:r>
            <a:r>
              <a:rPr lang="en-US" sz="2000" b="1" i="1" dirty="0" err="1"/>
              <a:t>cepat</a:t>
            </a:r>
            <a:r>
              <a:rPr lang="en-US" sz="2000" i="1" dirty="0"/>
              <a:t> </a:t>
            </a:r>
            <a:r>
              <a:rPr lang="en-US" sz="2000" i="1" dirty="0" err="1"/>
              <a:t>dengan</a:t>
            </a:r>
            <a:r>
              <a:rPr lang="en-US" sz="2000" i="1" dirty="0"/>
              <a:t> </a:t>
            </a:r>
            <a:r>
              <a:rPr lang="en-US" sz="2000" i="1" dirty="0" err="1"/>
              <a:t>struktur</a:t>
            </a:r>
            <a:r>
              <a:rPr lang="en-US" sz="2000" i="1" dirty="0"/>
              <a:t> data yang </a:t>
            </a:r>
            <a:r>
              <a:rPr lang="en-US" sz="2000" i="1" dirty="0" err="1"/>
              <a:t>tepat</a:t>
            </a:r>
            <a:r>
              <a:rPr lang="en-US" sz="2000" i="1" dirty="0"/>
              <a:t>, </a:t>
            </a:r>
            <a:r>
              <a:rPr lang="en-US" sz="2000" b="1" i="1" dirty="0" err="1"/>
              <a:t>aman</a:t>
            </a:r>
            <a:r>
              <a:rPr lang="en-US" sz="2000" i="1" dirty="0"/>
              <a:t> </a:t>
            </a:r>
            <a:r>
              <a:rPr lang="en-US" sz="2000" i="1" dirty="0" err="1"/>
              <a:t>dengan</a:t>
            </a:r>
            <a:r>
              <a:rPr lang="en-US" sz="2000" i="1" dirty="0"/>
              <a:t> </a:t>
            </a:r>
            <a:r>
              <a:rPr lang="en-US" sz="2000" i="1" dirty="0" err="1"/>
              <a:t>sistem</a:t>
            </a:r>
            <a:r>
              <a:rPr lang="en-US" sz="2000" i="1" dirty="0"/>
              <a:t> password dan </a:t>
            </a:r>
            <a:r>
              <a:rPr lang="en-US" sz="2000" i="1" dirty="0" err="1"/>
              <a:t>enkripsi</a:t>
            </a:r>
            <a:r>
              <a:rPr lang="en-US" sz="2000" i="1" dirty="0"/>
              <a:t>, </a:t>
            </a:r>
            <a:r>
              <a:rPr lang="en-US" sz="2000" i="1" dirty="0" err="1"/>
              <a:t>serta</a:t>
            </a:r>
            <a:r>
              <a:rPr lang="en-US" sz="2000" i="1" dirty="0"/>
              <a:t> </a:t>
            </a:r>
            <a:r>
              <a:rPr lang="en-US" sz="2000" b="1" i="1" dirty="0" err="1"/>
              <a:t>transparan</a:t>
            </a:r>
            <a:r>
              <a:rPr lang="en-US" sz="2000" i="1" dirty="0"/>
              <a:t> </a:t>
            </a:r>
            <a:r>
              <a:rPr lang="en-US" sz="2000" i="1" dirty="0" err="1"/>
              <a:t>karena</a:t>
            </a:r>
            <a:r>
              <a:rPr lang="en-US" sz="2000" i="1" dirty="0"/>
              <a:t> </a:t>
            </a:r>
            <a:r>
              <a:rPr lang="en-US" sz="2000" i="1" dirty="0" err="1"/>
              <a:t>setiap</a:t>
            </a:r>
            <a:r>
              <a:rPr lang="en-US" sz="2000" i="1" dirty="0"/>
              <a:t> </a:t>
            </a:r>
            <a:r>
              <a:rPr lang="en-US" sz="2000" i="1" dirty="0" err="1"/>
              <a:t>tindakan</a:t>
            </a:r>
            <a:r>
              <a:rPr lang="en-US" sz="2000" i="1" dirty="0"/>
              <a:t> </a:t>
            </a:r>
            <a:r>
              <a:rPr lang="en-US" sz="2000" i="1" dirty="0" err="1"/>
              <a:t>kasir</a:t>
            </a:r>
            <a:r>
              <a:rPr lang="en-US" sz="2000" i="1" dirty="0"/>
              <a:t> </a:t>
            </a:r>
            <a:r>
              <a:rPr lang="en-US" sz="2000" i="1" dirty="0" err="1"/>
              <a:t>tercatat</a:t>
            </a:r>
            <a:r>
              <a:rPr lang="en-US" sz="2000" i="1" dirty="0"/>
              <a:t> </a:t>
            </a:r>
            <a:r>
              <a:rPr lang="en-US" sz="2000" i="1" dirty="0" err="1"/>
              <a:t>dengan</a:t>
            </a:r>
            <a:r>
              <a:rPr lang="en-US" sz="2000" i="1" dirty="0"/>
              <a:t> </a:t>
            </a:r>
            <a:r>
              <a:rPr lang="en-US" sz="2000" i="1" dirty="0" err="1"/>
              <a:t>jelas</a:t>
            </a:r>
            <a:r>
              <a:rPr lang="en-US" sz="2000" i="1" dirty="0"/>
              <a:t>.</a:t>
            </a:r>
            <a:endParaRPr lang="en-US" sz="2000" dirty="0"/>
          </a:p>
          <a:p>
            <a:pPr algn="ctr"/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5BB7C7-2126-1356-DA8F-EB10221C4D9A}"/>
              </a:ext>
            </a:extLst>
          </p:cNvPr>
          <p:cNvSpPr txBox="1"/>
          <p:nvPr/>
        </p:nvSpPr>
        <p:spPr>
          <a:xfrm>
            <a:off x="2835936" y="5066107"/>
            <a:ext cx="61014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ar-AE" dirty="0"/>
              <a:t>اَلسَّلَامُ عَلَيْكُمْ وَرَحْمَةُ اللهِ وَبَرَكَاتُهُ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8532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{9C2ACAC4-245A-4C33-AF5A-7E4E25794E40}TF6d5feb1e-e145-43f1-b745-cb4b54c5ee975d365c52-ce22229b0e48</Template>
  <TotalTime>77</TotalTime>
  <Words>615</Words>
  <Application>Microsoft Office PowerPoint</Application>
  <PresentationFormat>Widescreen</PresentationFormat>
  <Paragraphs>75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 Unicode MS</vt:lpstr>
      <vt:lpstr>Google Sans Text</vt:lpstr>
      <vt:lpstr>Tw Cen MT</vt:lpstr>
      <vt:lpstr>Circuit</vt:lpstr>
      <vt:lpstr>SISTEM  MINIMARKET</vt:lpstr>
      <vt:lpstr>TAMPILAN MENU UTAMA</vt:lpstr>
      <vt:lpstr>Menu LOGIN Admin</vt:lpstr>
      <vt:lpstr>Cara Kerja Menu Admin Array Statis, Array Dinamis, Single Linked List, dan AVL Tree.</vt:lpstr>
      <vt:lpstr>MENU KASIR</vt:lpstr>
      <vt:lpstr>Cara Kerja Menu Kasir Stack (LIFO), Circular Queue, dan Priority Queue.</vt:lpstr>
      <vt:lpstr>MENU GUDANG </vt:lpstr>
      <vt:lpstr>Cara Kerja Menu Gudang Single Linked List dan  Doubly Linked List.</vt:lpstr>
      <vt:lpstr>SEKIAN TERIMA KASIH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Linda Amelia Sari</dc:creator>
  <cp:lastModifiedBy>Linda Amelia Sari</cp:lastModifiedBy>
  <cp:revision>1</cp:revision>
  <dcterms:created xsi:type="dcterms:W3CDTF">2026-01-05T14:11:26Z</dcterms:created>
  <dcterms:modified xsi:type="dcterms:W3CDTF">2026-01-05T15:28:27Z</dcterms:modified>
</cp:coreProperties>
</file>